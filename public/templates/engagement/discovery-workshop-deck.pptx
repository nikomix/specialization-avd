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AVD Discovery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Joint workshop — partner + customer EUC, identity, network,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— Day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drivers and target outcomes</a:t>
            </a:r>
          </a:p>
          <a:p>
            <a:r>
              <a:t>Persona walk-through</a:t>
            </a:r>
          </a:p>
          <a:p>
            <a:r>
              <a:t>Application inventory walk-through</a:t>
            </a:r>
          </a:p>
          <a:p>
            <a:r>
              <a:t>Image strategy options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— Day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Identity, network and security architecture review</a:t>
            </a:r>
          </a:p>
          <a:p>
            <a:r>
              <a:t>Profile storage and BCDR</a:t>
            </a:r>
          </a:p>
          <a:p>
            <a:r>
              <a:t>Reference architecture selection</a:t>
            </a:r>
          </a:p>
          <a:p>
            <a:r>
              <a:t>Risks, assumptions, dependencies and 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drivers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AVD, why now</a:t>
            </a:r>
          </a:p>
          <a:p>
            <a:r>
              <a:t>Measurable target outcomes</a:t>
            </a:r>
          </a:p>
          <a:p>
            <a:r>
              <a:t>Sponsor and decision structure</a:t>
            </a:r>
          </a:p>
          <a:p>
            <a:r>
              <a:t>Constraints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 region: headcount, profile, peripherals, data sensitivity</a:t>
            </a:r>
          </a:p>
          <a:p>
            <a:r>
              <a:t>Current device estate</a:t>
            </a:r>
          </a:p>
          <a:p>
            <a:r>
              <a:t>Persona-to-architecture mapping draft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strategy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Apps in base image vs Intune vs AppAttach vs streamed</a:t>
            </a:r>
          </a:p>
          <a:p>
            <a:r>
              <a:t>M365 Apps shared-computer activation</a:t>
            </a:r>
          </a:p>
          <a:p>
            <a:r>
              <a:t>Teams optimised media path</a:t>
            </a:r>
          </a:p>
          <a:p>
            <a:r>
              <a:t>LOB and legacy thick-client handling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strategy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Marketplace + customisation vs custom gold image</a:t>
            </a:r>
          </a:p>
          <a:p>
            <a:r>
              <a:t>Azure Image Builder pipeline outline</a:t>
            </a:r>
          </a:p>
          <a:p>
            <a:r>
              <a:t>Validation ring / production ring</a:t>
            </a:r>
          </a:p>
          <a:p>
            <a:r>
              <a:t>Refresh cadence and owner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Identity, network, security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Identity, network,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Entra-join vs hybrid</a:t>
            </a:r>
          </a:p>
          <a:p>
            <a:r>
              <a:t>Conditional Access scope and signals</a:t>
            </a:r>
          </a:p>
          <a:p>
            <a:r>
              <a:t>Network topology and DNS</a:t>
            </a:r>
          </a:p>
          <a:p>
            <a:r>
              <a:t>RDP Shortpath, egress filtering, private endpoints</a:t>
            </a:r>
          </a:p>
          <a:p>
            <a:r>
              <a:t>Defender for Cloud and Policy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Profile storage &amp; BCDR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Profile storage &amp; BCDR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Files Premium vs ANF</a:t>
            </a:r>
          </a:p>
          <a:p>
            <a:r>
              <a:t>FSLogix container topology</a:t>
            </a:r>
          </a:p>
          <a:p>
            <a:r>
              <a:t>Per-user budget and Office container split</a:t>
            </a:r>
          </a:p>
          <a:p>
            <a:r>
              <a:t>BCDR pattern and RPO / RTO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 persona-to-architecture mapping</a:t>
            </a:r>
          </a:p>
          <a:p>
            <a:r>
              <a:t>Sign-off discovery workbook</a:t>
            </a:r>
          </a:p>
          <a:p>
            <a:r>
              <a:t>Schedule HLD review</a:t>
            </a:r>
          </a:p>
          <a:p>
            <a:r>
              <a:t>Open WAF 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