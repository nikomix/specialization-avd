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Azure Virtual Desktop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Partner Offering — One-pager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AVD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work is permanent; secure remote desktop is a strategic capability</a:t>
            </a:r>
          </a:p>
          <a:p>
            <a:r>
              <a:t>Consolidate RDS / Citrix / Horizon on Azure-native PaaS</a:t>
            </a:r>
          </a:p>
          <a:p>
            <a:r>
              <a:t>Tight integration with Entra ID, Intune, Microsoft 365, Defender</a:t>
            </a:r>
          </a:p>
          <a:p>
            <a:r>
              <a:t>Predictable consumption with autoscale and Reserved Instances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deliver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Discovery workshop and persona analysis</a:t>
            </a:r>
          </a:p>
          <a:p>
            <a:r>
              <a:t>Reference architecture selection (pooled multi-session / personal / single-session)</a:t>
            </a:r>
          </a:p>
          <a:p>
            <a:r>
              <a:t>Image management pipeline with Azure Image Builder</a:t>
            </a:r>
          </a:p>
          <a:p>
            <a:r>
              <a:t>FSLogix profile design on Azure Files / ANF</a:t>
            </a:r>
          </a:p>
          <a:p>
            <a:r>
              <a:t>Identity, network and security hardening</a:t>
            </a:r>
          </a:p>
          <a:p>
            <a:r>
              <a:t>Production deployment via IaC, KT and hypercare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Discovery: 1–2 weeks</a:t>
            </a:r>
          </a:p>
          <a:p>
            <a:r>
              <a:t>Design: 2–3 weeks</a:t>
            </a:r>
          </a:p>
          <a:p>
            <a:r>
              <a:t>Pilot: 2–4 weeks</a:t>
            </a:r>
          </a:p>
          <a:p>
            <a:r>
              <a:t>Production rollout: wave-based, 4–12 weeks</a:t>
            </a:r>
          </a:p>
          <a:p>
            <a:r>
              <a:t>Hypercare: 2–4 weeks with explicit exit criteria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 AVD environment aligned to WAF</a:t>
            </a:r>
          </a:p>
          <a:p>
            <a:r>
              <a:t>Customer ops team confident to operate (KT signed off)</a:t>
            </a:r>
          </a:p>
          <a:p>
            <a:r>
              <a:t>Documented run state (HLD, LLD, runbook, BCDR)</a:t>
            </a:r>
          </a:p>
          <a:p>
            <a:r>
              <a:t>Defined cost baseline and optimisation levers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 Advanced Specialization for AVD</a:t>
            </a:r>
          </a:p>
          <a:p>
            <a:r>
              <a:t>Repeatable IaC and image pipelines</a:t>
            </a:r>
          </a:p>
          <a:p>
            <a:r>
              <a:t>Innersourced playbook updated every engagement</a:t>
            </a:r>
          </a:p>
          <a:p>
            <a:r>
              <a:t>Migration expertise from RDS, Citrix-on-Azure, Horizon-on-Azure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Schedule a 60-minute discovery call</a:t>
            </a:r>
          </a:p>
          <a:p>
            <a:r>
              <a:t>Share access to the qualification questionnaire</a:t>
            </a:r>
          </a:p>
          <a:p>
            <a:r>
              <a:t>Agree scope and propose a fixed-price Discovery +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